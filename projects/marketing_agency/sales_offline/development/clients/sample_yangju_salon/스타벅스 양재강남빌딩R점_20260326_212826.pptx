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네이버 플레이스 진단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맑은 고딕"/>
              </a:defRPr>
            </a:pPr>
            <a:r>
              <a:t>스타벅스 양재강남빌딩R점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분석일: 2026년 03월 26일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2743200" cy="1371600"/>
          </a:xfrm>
          <a:prstGeom prst="round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종합점수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85점 (등급 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맑은 고딕"/>
              </a:defRPr>
            </a:pPr>
            <a:r>
              <a:t>현황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사진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34440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234440"/>
            <a:ext cx="4572000" cy="274320"/>
          </a:xfrm>
          <a:prstGeom prst="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100점 (2416장)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리뷰 (영수증+방문자)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20239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920239"/>
            <a:ext cx="4572000" cy="274320"/>
          </a:xfrm>
          <a:prstGeom prst="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100점 (381개)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블로그 리뷰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606039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606039"/>
            <a:ext cx="4572000" cy="274320"/>
          </a:xfrm>
          <a:prstGeom prst="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100점 (148개)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정보 완성도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291839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291839"/>
            <a:ext cx="3657600" cy="274320"/>
          </a:xfrm>
          <a:prstGeom prst="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80점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키워드 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977639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3977639"/>
            <a:ext cx="1828800" cy="274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40점 (4개)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편의 기능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663440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663440"/>
            <a:ext cx="2971800" cy="274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4617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65점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고객 참여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5349240"/>
            <a:ext cx="4572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5349240"/>
            <a:ext cx="4114800" cy="274320"/>
          </a:xfrm>
          <a:prstGeom prst="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90점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정보 등록 현황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- 영업시간: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766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- 메뉴: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6766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7040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- 가격정보: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7040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- 소개글: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4336"/>
                </a:solidFill>
                <a:latin typeface="맑은 고딕"/>
              </a:defRPr>
            </a:pPr>
            <a:r>
              <a:t>미등록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766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- 오시는 길: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766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맑은 고딕"/>
              </a:defRPr>
            </a:pPr>
            <a:r>
              <a:t>서비스 세팅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맑은 고딕"/>
              </a:defRPr>
            </a:pPr>
            <a:r>
              <a:t>현재 순위: 확인 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편의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6576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네이버 예약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59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36576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톡톡 상담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36576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스마트콜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649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59"/>
            <a:ext cx="36576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6791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쿠폰/이벤트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6791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4336"/>
                </a:solidFill>
                <a:latin typeface="맑은 고딕"/>
              </a:defRPr>
            </a:pPr>
            <a:r>
              <a:t>미등록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79"/>
            <a:ext cx="36576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70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새소식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7083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4336"/>
                </a:solidFill>
                <a:latin typeface="맑은 고딕"/>
              </a:defRPr>
            </a:pPr>
            <a:r>
              <a:t>미등록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콘텐츠 / 외부 채널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286000"/>
            <a:ext cx="41148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359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메뉴 상세설명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359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788920"/>
            <a:ext cx="41148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862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사장님 답글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291839"/>
            <a:ext cx="41148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3649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인스타그램 연동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3649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794759"/>
            <a:ext cx="41148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86791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카카오 채널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86791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C73C"/>
                </a:solidFill>
                <a:latin typeface="맑은 고딕"/>
              </a:defRPr>
            </a:pPr>
            <a:r>
              <a:t>등록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297679"/>
            <a:ext cx="4114800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3708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등록된 메뉴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37083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9800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* 편의 기능과 외부 채널 연동은 고객 유입과 전환율에 큰 영향을 미칩니다.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맑은 고딕"/>
              </a:defRPr>
            </a:pPr>
            <a:r>
              <a:t>경쟁사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우리 업체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지역 상위 평균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리뷰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84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73C"/>
                </a:solidFill>
                <a:latin typeface="맑은 고딕"/>
              </a:defRPr>
            </a:pPr>
            <a:r>
              <a:t>381개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84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250개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사진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73C"/>
                </a:solidFill>
                <a:latin typeface="맑은 고딕"/>
              </a:defRPr>
            </a:pPr>
            <a:r>
              <a:t>2,416장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33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40장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블로그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73C"/>
                </a:solidFill>
                <a:latin typeface="맑은 고딕"/>
              </a:defRPr>
            </a:pPr>
            <a:r>
              <a:t>148개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25개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맑은 고딕"/>
              </a:defRPr>
            </a:pPr>
            <a:r>
              <a:t>키워드 검색량 &amp; 순위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현재 순위: 확인 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200400" cy="41148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키워드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45920"/>
            <a:ext cx="1645920" cy="41148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월간 검색량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645920"/>
            <a:ext cx="1188720" cy="41148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190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순위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645920"/>
            <a:ext cx="1645920" cy="41148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경쟁도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원두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148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73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82296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베이커리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606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73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82296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스페셜티커피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73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29000"/>
            <a:ext cx="82296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카페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6666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73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86200"/>
            <a:ext cx="82296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맑은 고딕"/>
              </a:defRPr>
            </a:pPr>
            <a:r>
              <a:t>연관 키워드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아래 키워드를 메뉴명, 소개글, 해시태그에 활용하면 검색 노출이 향상됩니다.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원두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5448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27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원두가루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원두콩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76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원두종류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원두1KG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65176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로스팅원두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맛있는원두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200400"/>
            <a:ext cx="39319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A9E"/>
                </a:solidFill>
                <a:latin typeface="맑은 고딕"/>
              </a:defRPr>
            </a:pPr>
            <a:r>
              <a:t># 커피원두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* 연관 키워드를 활용한 콘텐츠 작성 시 자연스러운 문맥으로 포함시키는 것이 효과적입니다.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4336"/>
                </a:solidFill>
                <a:latin typeface="맑은 고딕"/>
              </a:defRPr>
            </a:pPr>
            <a:r>
              <a:t>지금 비어있는 항목들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아래 항목들이 비어있어 검색 노출에서 손해를 보고 있어요.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457200" cy="4114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4336"/>
                </a:solidFill>
                <a:latin typeface="맑은 고딕"/>
              </a:defRPr>
            </a:pPr>
            <a:r>
              <a:t>[기본정보]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기본 정보 미완성 — [소개글] 항목이 비어있어요.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39"/>
            <a:ext cx="457200" cy="4114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4336"/>
                </a:solidFill>
                <a:latin typeface="맑은 고딕"/>
              </a:defRPr>
            </a:pPr>
            <a:r>
              <a:t>[키워드]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945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키워드 검색량 0 — 이 항목이 비어있어요.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457200" cy="4114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4336"/>
                </a:solidFill>
                <a:latin typeface="맑은 고딕"/>
              </a:defRPr>
            </a:pPr>
            <a:r>
              <a:t>[편의기능]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834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편의기능 미활성 — [쿠폰, 새소식] 항목이 비어있어요.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5A9E"/>
                </a:solidFill>
                <a:latin typeface="맑은 고딕"/>
              </a:defRPr>
            </a:pPr>
            <a:r>
              <a:t>이 항목들, 저희가 전부 채워드릴 수 있어요.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A9E"/>
                </a:solidFill>
                <a:latin typeface="맑은 고딕"/>
              </a:defRPr>
            </a:pPr>
            <a:r>
              <a:t>손익분기 계산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업종 평균 객단가: 8,000원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패키지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월 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손익분기 고객 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FF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C75A"/>
                </a:solidFill>
                <a:latin typeface="맑은 고딕"/>
              </a:defRPr>
            </a:pPr>
            <a:r>
              <a:t>★ 주목 플랜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290,000원/월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37명만 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집중 플랜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490,000원/월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62명만 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시선 플랜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890,000원/월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112명만 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A9E"/>
                </a:solidFill>
                <a:latin typeface="맑은 고딕"/>
              </a:defRPr>
            </a:pPr>
            <a:r>
              <a:t>고객 몇 명만 더 와도 패키지 비용은 충분히 회수됩니다.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플레이스 최적화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현재 플레이스 관리 상태가 우수합니다.</a:t>
            </a:r>
            <a:br/>
            <a:r>
              <a:t>지속적인 관리로 고객 유입을 유지하세요.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3C75A"/>
                </a:solidFill>
                <a:latin typeface="맑은 고딕"/>
              </a:defRPr>
            </a:pPr>
            <a:r>
              <a:t>플레이스 최적화를 통해 고객 유입을 늘릴 수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예상 고객 유입 증가: 현재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상세 컨설팅 문의: contact@example.com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